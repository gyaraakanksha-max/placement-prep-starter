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24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735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279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0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16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318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65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859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085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734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76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10031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0454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1323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896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8905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319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5482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/>
              <a:t>Placement Prep Starter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t>Python + Streamlit Based Smart Learning App</a:t>
            </a:r>
          </a:p>
          <a:p>
            <a:r>
              <a:t>By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Placement Prep Starter is a smart learning and tracking application </a:t>
            </a:r>
          </a:p>
          <a:p>
            <a:r>
              <a:t>designed for students and freshers to prepare for campus placements.</a:t>
            </a:r>
          </a:p>
          <a:p>
            <a:endParaRPr/>
          </a:p>
          <a:p>
            <a:r>
              <a:t>It provides structured learning in:</a:t>
            </a:r>
          </a:p>
          <a:p>
            <a:r>
              <a:t>• Coding</a:t>
            </a:r>
          </a:p>
          <a:p>
            <a:r>
              <a:t>• Communication Skills</a:t>
            </a:r>
          </a:p>
          <a:p>
            <a:r>
              <a:t>• Git &amp; GitHub</a:t>
            </a:r>
          </a:p>
          <a:p>
            <a:r>
              <a:t>• LinkedIn &amp; Resume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Provide structured 8-week learning roadmap</a:t>
            </a:r>
          </a:p>
          <a:p>
            <a:r>
              <a:t>• Improve technical &amp; communication skills</a:t>
            </a:r>
          </a:p>
          <a:p>
            <a:r>
              <a:t>• Track learning progress</a:t>
            </a:r>
          </a:p>
          <a:p>
            <a:r>
              <a:t>• Provide doubt solving</a:t>
            </a:r>
          </a:p>
          <a:p>
            <a:r>
              <a:t>• Conduct mock tests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Tracks in Our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app contains 4 main learning tracks:</a:t>
            </a:r>
          </a:p>
          <a:p>
            <a:endParaRPr/>
          </a:p>
          <a:p>
            <a:r>
              <a:t>1. Coding</a:t>
            </a:r>
          </a:p>
          <a:p>
            <a:r>
              <a:t>2. Communication Skills</a:t>
            </a:r>
          </a:p>
          <a:p>
            <a:r>
              <a:t>3. Git &amp; GitHub</a:t>
            </a:r>
          </a:p>
          <a:p>
            <a:r>
              <a:t>4. LinkedIn Preparation</a:t>
            </a:r>
          </a:p>
          <a:p>
            <a:endParaRPr/>
          </a:p>
          <a:p>
            <a:r>
              <a:t>Users can choose any track at any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 Week Learning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Each track contains a complete 8-week structured plan.</a:t>
            </a:r>
          </a:p>
          <a:p>
            <a:endParaRPr/>
          </a:p>
          <a:p>
            <a:r>
              <a:t>Every week includes:</a:t>
            </a:r>
          </a:p>
          <a:p>
            <a:r>
              <a:t>• Learning Topics</a:t>
            </a:r>
          </a:p>
          <a:p>
            <a:r>
              <a:t>• Basic Explanations</a:t>
            </a:r>
          </a:p>
          <a:p>
            <a:r>
              <a:t>• Practice Tasks</a:t>
            </a:r>
          </a:p>
          <a:p>
            <a:r>
              <a:t>• Learning Resources</a:t>
            </a:r>
          </a:p>
          <a:p>
            <a:r>
              <a:t>• Doubt Handling</a:t>
            </a:r>
          </a:p>
          <a:p>
            <a:r>
              <a:t>• Mock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Learning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User selects:</a:t>
            </a:r>
          </a:p>
          <a:p>
            <a:r>
              <a:t>Track → Week →</a:t>
            </a:r>
          </a:p>
          <a:p>
            <a:endParaRPr/>
          </a:p>
          <a:p>
            <a:r>
              <a:t>• Studies concepts</a:t>
            </a:r>
          </a:p>
          <a:p>
            <a:r>
              <a:t>• Reads explanation</a:t>
            </a:r>
          </a:p>
          <a:p>
            <a:r>
              <a:t>• Views resources</a:t>
            </a:r>
          </a:p>
          <a:p>
            <a:r>
              <a:t>• Asks doubts</a:t>
            </a:r>
          </a:p>
          <a:p>
            <a:r>
              <a:t>• Practices tasks</a:t>
            </a:r>
          </a:p>
          <a:p>
            <a:r>
              <a:t>• Takes mock test</a:t>
            </a:r>
          </a:p>
          <a:p>
            <a:endParaRPr/>
          </a:p>
          <a:p>
            <a:r>
              <a:t>Then moves to next week.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Coding 8 Week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1: Basics of Programming</a:t>
            </a:r>
          </a:p>
          <a:p>
            <a:r>
              <a:t>Week 2: Variables &amp; Data Types</a:t>
            </a:r>
          </a:p>
          <a:p>
            <a:r>
              <a:t>Week 3: Conditions &amp; Loops</a:t>
            </a:r>
          </a:p>
          <a:p>
            <a:r>
              <a:t>Week 4: Functions</a:t>
            </a:r>
          </a:p>
          <a:p>
            <a:r>
              <a:t>Week 5: Arrays &amp; Lists</a:t>
            </a:r>
          </a:p>
          <a:p>
            <a:r>
              <a:t>Week 6: Problem Solving</a:t>
            </a:r>
          </a:p>
          <a:p>
            <a:r>
              <a:t>Week 7: Mini Programs</a:t>
            </a:r>
          </a:p>
          <a:p>
            <a:r>
              <a:t>Week 8: Revision + Test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8 Week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1: Self Introduction</a:t>
            </a:r>
          </a:p>
          <a:p>
            <a:r>
              <a:t>Week 2: Basic English Speaking</a:t>
            </a:r>
          </a:p>
          <a:p>
            <a:r>
              <a:t>Week 3: Confidence Building</a:t>
            </a:r>
          </a:p>
          <a:p>
            <a:r>
              <a:t>Week 4: Group Discussion</a:t>
            </a:r>
          </a:p>
          <a:p>
            <a:r>
              <a:t>Week 5: Presentation Skills</a:t>
            </a:r>
          </a:p>
          <a:p>
            <a:r>
              <a:t>Week 6: Interview Speaking</a:t>
            </a:r>
          </a:p>
          <a:p>
            <a:r>
              <a:t>Week 7: Mock Interviews</a:t>
            </a:r>
          </a:p>
          <a:p>
            <a:r>
              <a:t>Week 8: Final Practice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&amp; GitHub 8 Week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1: What is Git &amp; GitHub</a:t>
            </a:r>
          </a:p>
          <a:p>
            <a:r>
              <a:t>Week 2: Init, Status, Add, Commit</a:t>
            </a:r>
          </a:p>
          <a:p>
            <a:r>
              <a:t>Week 3: Branches</a:t>
            </a:r>
          </a:p>
          <a:p>
            <a:r>
              <a:t>Week 4: Merge</a:t>
            </a:r>
          </a:p>
          <a:p>
            <a:r>
              <a:t>Week 5: Push &amp; Pull</a:t>
            </a:r>
          </a:p>
          <a:p>
            <a:r>
              <a:t>Week 6: README File</a:t>
            </a:r>
          </a:p>
          <a:p>
            <a:r>
              <a:t>Week 7: Mini Project Repo</a:t>
            </a:r>
          </a:p>
          <a:p>
            <a:r>
              <a:t>Week 8: Revision + Test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LinkedIn 8 Week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1: Profile Creation</a:t>
            </a:r>
          </a:p>
          <a:p>
            <a:r>
              <a:t>Week 2: Headline &amp; Summary</a:t>
            </a:r>
          </a:p>
          <a:p>
            <a:r>
              <a:t>Week 3: Skills Section</a:t>
            </a:r>
          </a:p>
          <a:p>
            <a:r>
              <a:t>Week 4: Project Section</a:t>
            </a:r>
          </a:p>
          <a:p>
            <a:r>
              <a:t>Week 5: Connections</a:t>
            </a:r>
          </a:p>
          <a:p>
            <a:r>
              <a:t>Week 6: Posts &amp; Activity</a:t>
            </a:r>
          </a:p>
          <a:p>
            <a:r>
              <a:t>Week 7: Job Search Basics</a:t>
            </a:r>
          </a:p>
          <a:p>
            <a:r>
              <a:t>Week 8: Profile Review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Doubt Handling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can enter any doubt.</a:t>
            </a:r>
          </a:p>
          <a:p>
            <a:r>
              <a:t>The system provides AI-based responses.</a:t>
            </a:r>
          </a:p>
          <a:p>
            <a:endParaRPr/>
          </a:p>
          <a:p>
            <a:r>
              <a:t>This helps students learn better and clear concepts easily.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Mock Test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week contains a small mock test.</a:t>
            </a:r>
          </a:p>
          <a:p>
            <a:endParaRPr/>
          </a:p>
          <a:p>
            <a:r>
              <a:t>• 5 MCQ questions</a:t>
            </a:r>
          </a:p>
          <a:p>
            <a:r>
              <a:t>• Minimum score required to move next week</a:t>
            </a:r>
          </a:p>
          <a:p>
            <a:r>
              <a:t>• Improves understanding and confidence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 – Core logic</a:t>
            </a:r>
          </a:p>
          <a:p>
            <a:r>
              <a:t>• Streamlit – Web interface</a:t>
            </a:r>
          </a:p>
          <a:p>
            <a:r>
              <a:t>• Dictionary &amp; Lists – Data storage</a:t>
            </a:r>
          </a:p>
          <a:p>
            <a:r>
              <a:t>• Functions – Modular coding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Our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Easy to use</a:t>
            </a:r>
          </a:p>
          <a:p>
            <a:r>
              <a:t>• Beginner friendly</a:t>
            </a:r>
          </a:p>
          <a:p>
            <a:r>
              <a:t>• Interactive learning</a:t>
            </a:r>
          </a:p>
          <a:p>
            <a:r>
              <a:t>• Organized study plan</a:t>
            </a:r>
          </a:p>
          <a:p>
            <a:r>
              <a:t>• Improves placement readiness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Placement Prep Starter provides a complete learning ecosystem </a:t>
            </a:r>
          </a:p>
          <a:p>
            <a:r>
              <a:t>for students and freshers to prepare efficiently for placements.</a:t>
            </a:r>
          </a:p>
          <a:p>
            <a:endParaRPr/>
          </a:p>
          <a:p>
            <a:r>
              <a:t>It helps in skill development, confidence building and career success.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</TotalTime>
  <Words>512</Words>
  <Application>Microsoft Office PowerPoint</Application>
  <PresentationFormat>On-screen Show (4:3)</PresentationFormat>
  <Paragraphs>112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Century Gothic</vt:lpstr>
      <vt:lpstr>Vapor Trail</vt:lpstr>
      <vt:lpstr>Placement Prep Starter</vt:lpstr>
      <vt:lpstr>Project Overview</vt:lpstr>
      <vt:lpstr>Main Objective</vt:lpstr>
      <vt:lpstr>Tracks in Our Application</vt:lpstr>
      <vt:lpstr>8 Week Learning Plan</vt:lpstr>
      <vt:lpstr>Weekly Learning Flow</vt:lpstr>
      <vt:lpstr>Coding 8 Week Plan</vt:lpstr>
      <vt:lpstr>Communication 8 Week Plan</vt:lpstr>
      <vt:lpstr>Git &amp; GitHub 8 Week Plan</vt:lpstr>
      <vt:lpstr>LinkedIn 8 Week Plan</vt:lpstr>
      <vt:lpstr>Doubt Handling System</vt:lpstr>
      <vt:lpstr>Mock Test System</vt:lpstr>
      <vt:lpstr>Technologies Used</vt:lpstr>
      <vt:lpstr>Advantages of Our System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Akanksha2916@outlook.com</cp:lastModifiedBy>
  <cp:revision>2</cp:revision>
  <dcterms:created xsi:type="dcterms:W3CDTF">2013-01-27T09:14:16Z</dcterms:created>
  <dcterms:modified xsi:type="dcterms:W3CDTF">2026-03-01T04:03:37Z</dcterms:modified>
  <cp:category/>
</cp:coreProperties>
</file>